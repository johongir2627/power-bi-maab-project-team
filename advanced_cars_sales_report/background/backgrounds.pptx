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18" autoAdjust="0"/>
    <p:restoredTop sz="94660"/>
  </p:normalViewPr>
  <p:slideViewPr>
    <p:cSldViewPr snapToGrid="0">
      <p:cViewPr>
        <p:scale>
          <a:sx n="90" d="100"/>
          <a:sy n="90" d="100"/>
        </p:scale>
        <p:origin x="125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993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6768689" y="916707"/>
            <a:ext cx="4714875" cy="1019175"/>
          </a:xfrm>
          <a:prstGeom prst="round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00B0F0"/>
                </a:solidFill>
                <a:latin typeface="Algerian" panose="04020705040A02060702" pitchFamily="82" charset="0"/>
              </a:rPr>
              <a:t>Content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768689" y="2420830"/>
            <a:ext cx="3701225" cy="456277"/>
          </a:xfrm>
          <a:prstGeom prst="roundRect">
            <a:avLst/>
          </a:prstGeom>
          <a:ln/>
          <a:effectLst>
            <a:outerShdw blurRad="57150" dist="127000" dir="3960000" sx="103000" sy="103000" algn="ctr" rotWithShape="0">
              <a:srgbClr val="00B0F0">
                <a:alpha val="33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768689" y="3201142"/>
            <a:ext cx="3701225" cy="456277"/>
          </a:xfrm>
          <a:prstGeom prst="roundRect">
            <a:avLst/>
          </a:prstGeom>
          <a:ln/>
          <a:effectLst>
            <a:outerShdw blurRad="57150" dist="127000" dir="3960000" sx="103000" sy="103000" algn="ctr" rotWithShape="0">
              <a:srgbClr val="00B0F0">
                <a:alpha val="33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768689" y="3981454"/>
            <a:ext cx="3701225" cy="456277"/>
          </a:xfrm>
          <a:prstGeom prst="roundRect">
            <a:avLst/>
          </a:prstGeom>
          <a:ln/>
          <a:effectLst>
            <a:outerShdw blurRad="57150" dist="127000" dir="3960000" sx="103000" sy="103000" algn="ctr" rotWithShape="0">
              <a:srgbClr val="00B0F0">
                <a:alpha val="33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768689" y="4761766"/>
            <a:ext cx="3701225" cy="456277"/>
          </a:xfrm>
          <a:prstGeom prst="roundRect">
            <a:avLst/>
          </a:prstGeom>
          <a:ln/>
          <a:effectLst>
            <a:outerShdw blurRad="57150" dist="127000" dir="3960000" sx="103000" sy="103000" algn="ctr" rotWithShape="0">
              <a:srgbClr val="00B0F0">
                <a:alpha val="33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1009940" y="2420830"/>
            <a:ext cx="473624" cy="456277"/>
          </a:xfrm>
          <a:prstGeom prst="roundRect">
            <a:avLst/>
          </a:prstGeom>
          <a:ln/>
          <a:effectLst>
            <a:outerShdw blurRad="57150" dist="127000" dir="3960000" sx="103000" sy="103000" algn="ctr" rotWithShape="0">
              <a:srgbClr val="00B0F0">
                <a:alpha val="33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1009940" y="3201142"/>
            <a:ext cx="473624" cy="456277"/>
          </a:xfrm>
          <a:prstGeom prst="roundRect">
            <a:avLst/>
          </a:prstGeom>
          <a:ln/>
          <a:effectLst>
            <a:outerShdw blurRad="57150" dist="127000" dir="3960000" sx="103000" sy="103000" algn="ctr" rotWithShape="0">
              <a:srgbClr val="00B0F0">
                <a:alpha val="33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11009940" y="3981454"/>
            <a:ext cx="473624" cy="456277"/>
          </a:xfrm>
          <a:prstGeom prst="roundRect">
            <a:avLst/>
          </a:prstGeom>
          <a:ln/>
          <a:effectLst>
            <a:outerShdw blurRad="57150" dist="127000" dir="3960000" sx="103000" sy="103000" algn="ctr" rotWithShape="0">
              <a:srgbClr val="00B0F0">
                <a:alpha val="33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11009940" y="4761766"/>
            <a:ext cx="473624" cy="456277"/>
          </a:xfrm>
          <a:prstGeom prst="roundRect">
            <a:avLst/>
          </a:prstGeom>
          <a:ln/>
          <a:effectLst>
            <a:outerShdw blurRad="57150" dist="127000" dir="3960000" sx="103000" sy="103000" algn="ctr" rotWithShape="0">
              <a:srgbClr val="00B0F0">
                <a:alpha val="33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748889" y="1818861"/>
            <a:ext cx="4714875" cy="4452730"/>
          </a:xfrm>
          <a:prstGeom prst="round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420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bg1">
              <a:lumMod val="95000"/>
              <a:lumOff val="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9269" y="106017"/>
            <a:ext cx="6460438" cy="1414669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19270" y="1742661"/>
            <a:ext cx="2226365" cy="112312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9793358" y="1742661"/>
            <a:ext cx="2226365" cy="112312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7374836" y="1742661"/>
            <a:ext cx="2226365" cy="112312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4956314" y="1742661"/>
            <a:ext cx="2226365" cy="112312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537792" y="1742661"/>
            <a:ext cx="2226365" cy="112312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11370365" y="106018"/>
            <a:ext cx="725558" cy="1514059"/>
          </a:xfrm>
          <a:prstGeom prst="rect">
            <a:avLst/>
          </a:prstGeom>
          <a:solidFill>
            <a:schemeClr val="tx2"/>
          </a:solidFill>
          <a:ln>
            <a:solidFill>
              <a:srgbClr val="FF000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6785115" y="106019"/>
            <a:ext cx="2126973" cy="14146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9037984" y="91112"/>
            <a:ext cx="2126973" cy="14146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8656981" y="536713"/>
            <a:ext cx="0" cy="55659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 flipV="1">
            <a:off x="8776251" y="516835"/>
            <a:ext cx="0" cy="556592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10916474" y="540028"/>
            <a:ext cx="0" cy="55659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 flipV="1">
            <a:off x="11035744" y="520150"/>
            <a:ext cx="0" cy="556592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Прямоугольник 32"/>
          <p:cNvSpPr/>
          <p:nvPr/>
        </p:nvSpPr>
        <p:spPr>
          <a:xfrm>
            <a:off x="119269" y="3087757"/>
            <a:ext cx="7063410" cy="1792356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119269" y="4972880"/>
            <a:ext cx="7063410" cy="1792356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7374835" y="3087756"/>
            <a:ext cx="4721087" cy="3677479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pic>
        <p:nvPicPr>
          <p:cNvPr id="36" name="Рисунок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9642" y="-476795"/>
            <a:ext cx="13851283" cy="781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27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olidDmnd">
          <a:fgClr>
            <a:schemeClr val="bg1">
              <a:lumMod val="95000"/>
              <a:lumOff val="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/>
          <p:cNvSpPr/>
          <p:nvPr/>
        </p:nvSpPr>
        <p:spPr>
          <a:xfrm>
            <a:off x="119271" y="4561840"/>
            <a:ext cx="5895450" cy="2203396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119271" y="1477130"/>
            <a:ext cx="8369410" cy="2924033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134"/>
            <a:ext cx="12192000" cy="1638529"/>
          </a:xfrm>
          <a:prstGeom prst="rect">
            <a:avLst/>
          </a:prstGeom>
        </p:spPr>
      </p:pic>
      <p:sp>
        <p:nvSpPr>
          <p:cNvPr id="27" name="Прямоугольник 26"/>
          <p:cNvSpPr/>
          <p:nvPr/>
        </p:nvSpPr>
        <p:spPr>
          <a:xfrm>
            <a:off x="9733502" y="3082031"/>
            <a:ext cx="2126973" cy="14146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8670016" y="1602222"/>
            <a:ext cx="2126973" cy="14146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/>
          <p:cNvSpPr/>
          <p:nvPr/>
        </p:nvSpPr>
        <p:spPr>
          <a:xfrm>
            <a:off x="11370365" y="106018"/>
            <a:ext cx="725558" cy="1514059"/>
          </a:xfrm>
          <a:prstGeom prst="rect">
            <a:avLst/>
          </a:prstGeom>
          <a:solidFill>
            <a:schemeClr val="tx2"/>
          </a:solidFill>
          <a:ln>
            <a:solidFill>
              <a:srgbClr val="FF000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6136639" y="4561840"/>
            <a:ext cx="5959283" cy="2193236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159910" y="152289"/>
            <a:ext cx="1953370" cy="112312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47" name="Прямоугольник 46"/>
          <p:cNvSpPr/>
          <p:nvPr/>
        </p:nvSpPr>
        <p:spPr>
          <a:xfrm>
            <a:off x="2273190" y="152289"/>
            <a:ext cx="1953370" cy="112312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48" name="Прямоугольник 47"/>
          <p:cNvSpPr/>
          <p:nvPr/>
        </p:nvSpPr>
        <p:spPr>
          <a:xfrm>
            <a:off x="4400606" y="152289"/>
            <a:ext cx="1953370" cy="112312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49" name="Прямоугольник 48"/>
          <p:cNvSpPr/>
          <p:nvPr/>
        </p:nvSpPr>
        <p:spPr>
          <a:xfrm>
            <a:off x="6535311" y="152289"/>
            <a:ext cx="1953370" cy="112312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50" name="Прямоугольник 49"/>
          <p:cNvSpPr/>
          <p:nvPr/>
        </p:nvSpPr>
        <p:spPr>
          <a:xfrm>
            <a:off x="8670016" y="152289"/>
            <a:ext cx="1953370" cy="112312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51" name="Прямоугольник 50"/>
          <p:cNvSpPr/>
          <p:nvPr/>
        </p:nvSpPr>
        <p:spPr>
          <a:xfrm>
            <a:off x="129431" y="1410337"/>
            <a:ext cx="10504115" cy="56959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94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/>
          <p:cNvSpPr/>
          <p:nvPr/>
        </p:nvSpPr>
        <p:spPr>
          <a:xfrm>
            <a:off x="119271" y="4851400"/>
            <a:ext cx="4334196" cy="1930769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134"/>
            <a:ext cx="12192000" cy="1638529"/>
          </a:xfrm>
          <a:prstGeom prst="rect">
            <a:avLst/>
          </a:prstGeom>
        </p:spPr>
      </p:pic>
      <p:sp>
        <p:nvSpPr>
          <p:cNvPr id="28" name="Прямоугольник 27"/>
          <p:cNvSpPr/>
          <p:nvPr/>
        </p:nvSpPr>
        <p:spPr>
          <a:xfrm>
            <a:off x="10433437" y="2048198"/>
            <a:ext cx="1662486" cy="14146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/>
          <p:cNvSpPr/>
          <p:nvPr/>
        </p:nvSpPr>
        <p:spPr>
          <a:xfrm>
            <a:off x="11370365" y="106018"/>
            <a:ext cx="725558" cy="1514059"/>
          </a:xfrm>
          <a:prstGeom prst="rect">
            <a:avLst/>
          </a:prstGeom>
          <a:solidFill>
            <a:schemeClr val="tx2"/>
          </a:solidFill>
          <a:ln>
            <a:solidFill>
              <a:srgbClr val="FF000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4572739" y="3649132"/>
            <a:ext cx="7523184" cy="3122877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50" name="Прямоугольник 49"/>
          <p:cNvSpPr/>
          <p:nvPr/>
        </p:nvSpPr>
        <p:spPr>
          <a:xfrm>
            <a:off x="4608371" y="71597"/>
            <a:ext cx="2757629" cy="3391269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19271" y="63687"/>
            <a:ext cx="4334196" cy="4686115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7520904" y="77882"/>
            <a:ext cx="2757629" cy="3391269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88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134"/>
            <a:ext cx="12192000" cy="1638529"/>
          </a:xfrm>
          <a:prstGeom prst="rect">
            <a:avLst/>
          </a:prstGeom>
        </p:spPr>
      </p:pic>
      <p:sp>
        <p:nvSpPr>
          <p:cNvPr id="50" name="Прямоугольник 49"/>
          <p:cNvSpPr/>
          <p:nvPr/>
        </p:nvSpPr>
        <p:spPr>
          <a:xfrm>
            <a:off x="4013202" y="168774"/>
            <a:ext cx="3767666" cy="289124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40143" y="190625"/>
            <a:ext cx="3122724" cy="876175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40143" y="1876808"/>
            <a:ext cx="3122724" cy="1423770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40143" y="3479800"/>
            <a:ext cx="3122724" cy="1423770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40143" y="5082792"/>
            <a:ext cx="3122724" cy="1423770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8229602" y="150522"/>
            <a:ext cx="3767666" cy="289124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4013202" y="3587182"/>
            <a:ext cx="3767666" cy="289124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8229602" y="3561781"/>
            <a:ext cx="3767666" cy="289124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278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лед самолета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След самолета</Template>
  <TotalTime>359</TotalTime>
  <Words>1</Words>
  <Application>Microsoft Office PowerPoint</Application>
  <PresentationFormat>Широкоэкранный</PresentationFormat>
  <Paragraphs>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Algerian</vt:lpstr>
      <vt:lpstr>Arial</vt:lpstr>
      <vt:lpstr>Century Gothic</vt:lpstr>
      <vt:lpstr>След самолета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ITPARK</dc:creator>
  <cp:lastModifiedBy>ITPARK</cp:lastModifiedBy>
  <cp:revision>7</cp:revision>
  <dcterms:created xsi:type="dcterms:W3CDTF">2025-07-14T06:41:16Z</dcterms:created>
  <dcterms:modified xsi:type="dcterms:W3CDTF">2025-07-14T12:40:21Z</dcterms:modified>
</cp:coreProperties>
</file>